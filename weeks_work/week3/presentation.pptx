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645920" cy="5029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</a:rP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원격 배포 및 컨테이너 오케스트레이션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C8FF"/>
                </a:solidFill>
              </a:rPr>
              <a:t>Docker Hub · docker-compose · FastDDS · ROS2 토픽 통신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745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8FF"/>
                </a:solidFill>
              </a:rPr>
              <a:t>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</a:rPr>
              <a:t>Docker Hub로 이미지를 관리하고, docker-compose로 ROS2 노드를
한 번에 배포하여 PC ↔ RPi5 통신을 확인한다.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C8FF"/>
                </a:solidFill>
              </a:rPr>
              <a:t>01  Docker Hub Push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623560" cy="5394960"/>
          </a:xfrm>
          <a:prstGeom prst="rect">
            <a:avLst/>
          </a:prstGeom>
          <a:solidFill>
            <a:srgbClr val="16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623560" cy="5029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멀티아키텍처 이미지 Push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5349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QEMU 재등록 (재부팅 후 초기화)
• gyusama-builder 재생성 및 ARM64 지원 확인
• docker login -u bbanggang
• buildx build --platform linux/amd64,linux/arm64
• --push 플래그로 Hub에 직접 업로드
• Digest: sha256:2453c... 확인
• RPi5 pull 시 ARM64 자동 선택</a:t>
            </a:r>
          </a:p>
        </p:txBody>
      </p:sp>
      <p:sp>
        <p:nvSpPr>
          <p:cNvPr id="9" name="Rectangle 8"/>
          <p:cNvSpPr/>
          <p:nvPr/>
        </p:nvSpPr>
        <p:spPr>
          <a:xfrm>
            <a:off x="6565392" y="1005840"/>
            <a:ext cx="5623560" cy="5394960"/>
          </a:xfrm>
          <a:prstGeom prst="rect">
            <a:avLst/>
          </a:prstGeom>
          <a:solidFill>
            <a:srgbClr val="16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65392" y="1005840"/>
            <a:ext cx="5623560" cy="5029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102412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새 RPi5 보드 환경 구성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2" y="1600200"/>
            <a:ext cx="5349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기존 보드: 네이티브 ROS2 충돌 위험
• 새 보드에 Ubuntu 클린 설치
• SSH 연결 확인 (192.168.0.155)
• Docker 29.3.1 설치
• Docker Compose v5.1.1 설치
• sudo usermod -aG docker → newgrp docker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C8FF"/>
                </a:solidFill>
              </a:rPr>
              <a:t>02  docker-compose 서비스 통합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566160" cy="5394960"/>
          </a:xfrm>
          <a:prstGeom prst="rect">
            <a:avLst/>
          </a:prstGeom>
          <a:solidFill>
            <a:srgbClr val="16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3566160" cy="5029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ros2-core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3291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ROS2 데몬 + 통신 기반
• network_mode: host
• ROS_DOMAIN_ID=1
• TURTLEBOT3_MODEL=burger
• restart: unless-stopped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005840"/>
            <a:ext cx="3566160" cy="5394960"/>
          </a:xfrm>
          <a:prstGeom prst="rect">
            <a:avLst/>
          </a:prstGeom>
          <a:solidFill>
            <a:srgbClr val="16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0248" y="1005840"/>
            <a:ext cx="3566160" cy="5029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1024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control-node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600200"/>
            <a:ext cx="3291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Dynamixel 모터 제어
• privileged: true
• /dev/ttyUSB0 디바이스 마운트
• LDS_MODEL=LDS-02 필수
• ros2 launch turtlebot3_bringup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3296" y="1005840"/>
            <a:ext cx="3566160" cy="5394960"/>
          </a:xfrm>
          <a:prstGeom prst="rect">
            <a:avLst/>
          </a:prstGeom>
          <a:solidFill>
            <a:srgbClr val="16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005840"/>
            <a:ext cx="3566160" cy="5029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1024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설계 핵심 결정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1600200"/>
            <a:ext cx="3291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network_mode: host
→ FastDDS 멀티캐스트 통과
• privileged: true
→ /dev/ttyUSB0, /dev/video0
• LDS_MODEL 누락 시 KeyError 크래시
• 하드웨어 미연결 시 sleep infinity
• ROS_DOMAIN_ID 전 노드 통일 필수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C8FF"/>
                </a:solidFill>
              </a:rPr>
              <a:t>완료 기준 확인 &amp; 주의사항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394960" cy="5394960"/>
          </a:xfrm>
          <a:prstGeom prst="rect">
            <a:avLst/>
          </a:prstGeom>
          <a:solidFill>
            <a:srgbClr val="16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394960" cy="5029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✓  완료 기준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411480" cy="38404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6459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Docker Hub bbanggang/turtlebot3-ros2:v1.0 push 성공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212848"/>
            <a:ext cx="411480" cy="38404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1284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1284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RPi5에서 docker pull → ARM64 자동 선택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79776"/>
            <a:ext cx="411480" cy="38404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79776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779776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docker compose up → ros2-core + control-node 기동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346704"/>
            <a:ext cx="411480" cy="38404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346704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346704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PC에서 ros2 topic echo → hello_from_rpi5 수신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36792" y="1005840"/>
            <a:ext cx="5394960" cy="5394960"/>
          </a:xfrm>
          <a:prstGeom prst="rect">
            <a:avLst/>
          </a:prstGeom>
          <a:solidFill>
            <a:srgbClr val="16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36792" y="1005840"/>
            <a:ext cx="5394960" cy="5029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10241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⚠  주의사항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6459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▸  network_mode: host 필수
→ bridge 네트워크는 FastDDS 멀티캐스트 차단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▸  LDS_MODEL 환경변수 누락 시
robot.launch.py KeyError로 컨테이너 재시작 루프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0175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▸  기존 RPi5 사용 시 네이티브 ROS2 데몬 충돌
→ ros2 daemon stop 후 테스트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7033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▸  ROS_DOMAIN_ID 불일치 시
동일 네트워크에서도 토픽 수신 불가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