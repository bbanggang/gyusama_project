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64592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PC 개발 환경 최적화 및 Docker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C8FF"/>
                </a:solidFill>
              </a:rPr>
              <a:t>Ubuntu 24.04 · ROS2 Jazzy · NVIDIA Container Toolkit ·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Ubuntu 24.04에서 GPU 가속 Docker 환경을 구축하고,
ROS2가 포함된 팀 전용 베이스 이미지를 만든다.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8FF"/>
                </a:solidFill>
              </a:rPr>
              <a:t>01  환경 점검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438912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2471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Ubuntu 24.04.4 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12471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lsb_release 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12471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✓ 정상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27048"/>
            <a:ext cx="1124712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RTX 5070 Ti  Driver 590 / CUDA 13.1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nvidia-smi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60020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✓ 정상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02536"/>
            <a:ext cx="11247120" cy="438912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Docker 29.3.1 + NVIDIA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7568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docker info | grep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7568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✓ 정상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78024"/>
            <a:ext cx="1124712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5117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NVIDIA Container Toolkit 1.19.0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551176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nvidia-ctk --version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55117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✓ 정상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53512"/>
            <a:ext cx="11247120" cy="438912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26664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Isaac Sim 5.1.0  (~/isaac_env)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02666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pip show isaacsim | grep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26664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✓ 정상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29000"/>
            <a:ext cx="1124712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021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PyTorch 2.7.0+cu128 / ONNX 1.20.1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50215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pip list | grep -E 'torch|onnx'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50215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✓ 정상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04488"/>
            <a:ext cx="11247120" cy="438912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97764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RAM 62GB / 디스크 여유 126GB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97764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free -h &amp;&amp; df -h 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97764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✓ 충분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379976"/>
            <a:ext cx="1124712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45312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ROS2 Jazzy (호스트)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45312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ls /opt/ros/jazzy/setup.bash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45312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✓ 설치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8FF"/>
                </a:solidFill>
              </a:rPr>
              <a:t>02  진행 작업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5661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1-2. ROS2 Jazzy 설치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호스트에서 ros2 명령 직접 사용
• ros-jazzy-desktop 전체 설치
• TurtleBot3 / Nav2 패키지 포함
• ROS_DOMAIN_ID=1 환경변수 설정
• TURTLEBOT3_MODEL=burger 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005840"/>
            <a:ext cx="35661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1005840"/>
            <a:ext cx="35661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1-3. 프로젝트 구조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6002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docker/ — Dockerfile 관리
• src/ — ROS2 노드 소스
• isaac_sim/ — 시뮬레이터 스크립트
• models/ — AI 모델
• data/{synthetic, real, calibration}
• configs/ — 설정 파일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005840"/>
            <a:ext cx="35661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005840"/>
            <a:ext cx="35661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1-4. Dockerfile.pc 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6002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Base: nvidia/cuda:12.6.0-ubuntu24.04
• ROS2 Jazzy Desktop + TurtleBot3
• Nav2 패키지 포함
• ROS_DOMAIN_ID / TURTLEBOT3_MODEL 내장
• entrypoint.sh 자동 소싱
• docker build 빌드 성공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8FF"/>
                </a:solidFill>
              </a:rPr>
              <a:t>완료 기준 확인 &amp;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949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✓  완료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45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docker run --gpus all → RTX 5070 Ti 인식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12848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128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Dockerfile.pc 빌드 성공 (FINISHED)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79776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7977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7977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컨테이너 내 ros2 topic list 정상 출력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1005840"/>
            <a:ext cx="53949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1005840"/>
            <a:ext cx="539496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0241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⚠  주의사항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45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ROS_DOMAIN_ID는 PC·컨테이너·RPi5 모두 1로 통일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31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ENV PYTHONPATH=...:$PYTHONPATH 형식 사용 금지
→ entrypoint.sh에서 export 방식 사용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재부팅 후 QEMU binfmt 초기화됨
→ ARM64 빌드 전 재등록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