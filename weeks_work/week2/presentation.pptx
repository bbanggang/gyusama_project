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64592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</a:rPr>
              <a:t>WEEK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Multi-arch 빌드 파이프라인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C8FF"/>
                </a:solidFill>
              </a:rPr>
              <a:t>Docker Buildx · QEMU · ARM64 · x86_64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PC(x86_64)에서 빌드한 코드가 RPi5(ARM64)에서도 실행되도록
멀티 아키텍처 빌드 환경을 구성한다.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01  핵심 개념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6235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235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왜 멀티아키텍처가 필요한가?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PC CPU : x86_64 (Intel/AMD)
• RPi5 CPU : ARM64 (Cortex-A76)
• CPU 아키텍처가 다르면 바이너리 호환 불가
• Docker 이미지도 아키텍처별로 다름
• Buildx + QEMU → 하나의 명령으로 두 이미지 동시 생성
• Docker Hub manifest list → 자동 아키텍처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5392" y="1005840"/>
            <a:ext cx="56235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65392" y="1005840"/>
            <a:ext cx="56235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0241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QEMU 에뮬레이션이란?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1600200"/>
            <a:ext cx="5349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QEMU : 다른 CPU를 소프트웨어로 흉내내는 에뮬레이터
• PC에서 ARM64 명령어를 실행 가능하게 함
• binfmt_misc 커널 기능으로 투명하게 동작
• 단점 : 에뮬레이션이므로 네이티브보다 느림
• onnxruntime ARM64 pip 빌드 : 약 18분 소요
• 재부팅 후 binfmt 초기화 → 재등록 필요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02  진행 작업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2-1. QEMU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multiarch/qemu-user-static 이미지 실행
• aarch64-static binfmt 등록 확인
• --reset -p yes 플래그로 전체 재등록
• ARM64 에뮬레이션 활성화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2-2. Buildx 빌더 생성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gyusama-builder 전용 빌더 생성
• docker-container 드라이버 사용
• 지원 플랫폼: amd64 + arm64 확인
• default 빌더와 분리하여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005840"/>
            <a:ext cx="35661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005840"/>
            <a:ext cx="356616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2412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D1B2A"/>
                </a:solidFill>
              </a:rPr>
              <a:t>2-3. Dockerfile.rpi5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1600200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• Base: ros:jazzy-ros-base (공식 멀티아치)
• TurtleBot3 + Dynamixel SDK 패키지
• onnxruntime CPU 버전 설치
• QEMU 에뮬레이션 BrokenPipeError 우회
• --no-install-recommends 필수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C8FF"/>
                </a:solidFill>
              </a:rPr>
              <a:t>완료 기준 확인 &amp; 주의사항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74552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✓  완료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docker buildx ls → gyusama-builder amd64+arm64 확인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212848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128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128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x86_64 + ARM64 동시 빌드 FINISHED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79776"/>
            <a:ext cx="411480" cy="384048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7977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D1B2A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77977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두 아키텍처 모두 빌드 성공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92" y="1005840"/>
            <a:ext cx="5394960" cy="5394960"/>
          </a:xfrm>
          <a:prstGeom prst="rect">
            <a:avLst/>
          </a:prstGeom>
          <a:solidFill>
            <a:srgbClr val="16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36792" y="1005840"/>
            <a:ext cx="539496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10241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1B2A"/>
                </a:solidFill>
              </a:rPr>
              <a:t>⚠  주의사항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45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QEMU py3compile BrokenPipeError
→ ros:jazzy-ros-base 공식 이미지 사용으로 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31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--no-install-recommends 미사용 시
불필요한 패키지(cppcheck, flake8)가 설치되어 이미지 비대화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QEMU binfmt는 재부팅 후 초기화
→ 영구 등록: binfmt-support 패키지 사용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7033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0C4DE"/>
                </a:solidFill>
              </a:rPr>
              <a:t>▸  ARM64 onnxruntime pip 빌드 시간 약 18분
→ Dockerfile 레이어 구조로 캐시 활용 권장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